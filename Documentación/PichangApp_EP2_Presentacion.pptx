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 PichangApp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Deportiva Inteligente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6400800" cy="0"/>
          </a:xfrm>
          <a:prstGeom prst="line">
            <a:avLst/>
          </a:prstGeom>
          <a:noFill/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ESTADO DE AVANCE N°2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2 — TPY1101 — Taller Aplicado de Programación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Mora  |  David Salazar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11 — Sección 002V — Docente: Christian Alvarez — Duoc UC Plaza Norte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 —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sedentarismo en Chile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PichangApp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EP1 → EP2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proyecto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Técnicos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flujos, arquitectura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2062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1069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Pruebas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Railway, CI/CD, configuración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6596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Ejecutadas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integración, seguridad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2062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2608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funcionando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4572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496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1463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chilena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sedentaria (ENS 2016-17)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14630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con sobrepeso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obesidad (OCDE)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560320" cy="1463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en ranking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 sobrepeso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841248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Central: Alta tasa de fracaso en la organización de encuentros deportivos autogestionados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256032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cancelan sin costo social ni penalización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56032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Descubrir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forma de encontrar jugadores cercanos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154680"/>
            <a:ext cx="256032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Informal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gestión de cupos, horarios ni ubicación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PichangApp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móvil que conecta deportistas y garantiza el compromiso mediante un Sistema de Karma.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45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Sistema de Karma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automática: +10 asistencia, -15 inasistencia. Incentiva el compromiso deportivo.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45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Geolocalización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para crear eventos y buscar partidos cercanos ordenados por distancia.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45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 Push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+ historial. Alertas de eventos, karma y cancelaciones en tiempo real.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Seguridad JWT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email 6 dígitos, autenticación JWT, comunicación segura entre servicios.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4612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282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Native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microservicios en Railway con CI/CD automático desde GitHub. Siempre disponible.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246120"/>
            <a:ext cx="26060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282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Experiencia 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con Dynamic Colors, animaciones fluidas y validación en tiempo real.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Android (Kotlin + Jetpack Compose) — Retrofit + Hilt + MVVM + StateFlow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0" cy="32004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83080"/>
            <a:ext cx="64008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8470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API Gateway — Spring Cloud Gateway — JWT Filter | CORS | Routing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331720"/>
            <a:ext cx="0" cy="2743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331720"/>
            <a:ext cx="0" cy="2743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331720"/>
            <a:ext cx="0" cy="2743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331720"/>
            <a:ext cx="0" cy="2743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0604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users-service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260604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231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karma-service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2316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events-service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60604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notification-service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3291840"/>
            <a:ext cx="0" cy="22860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20440"/>
            <a:ext cx="585216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37360" y="35844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MySQL 8 — Railway   |   pichangapp_users | pichangapp_karma | pichangapp_notifications | pichangapp_events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Producción: https://pichangapp-microservicios-production.up.railway.app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activo: cada push a main → Railway redeploy automático en ~3 minutos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Frontend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024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2.1.0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3441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 Design 3 + MVVM + Hilt + Retrofit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34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024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3.2.6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3441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microservicios independientes + Spring Cloud Gateway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6596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Base de Datos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350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bases de datos separadas, transacciones ACID, JPA/Hibernate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6596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Infraestructura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(PaaS)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50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→ Railway, MySQL gestionado, variables de entorno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7180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Geolocalización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SDK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3355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Compose 4.4.1, Places API, Geocoding, Haversine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355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(no SMTP), 100 emails/día gratis, verificación de cuenta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977640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97764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37360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 SDK 9.2.0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4361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para notificaciones, registro multi-dispositivo por usuario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77640"/>
            <a:ext cx="128016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4361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por microservicio, cobertura lógica de negocio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 — Funcionalidades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14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Autenticación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Registro + verificación email 6 dígitos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Login JWT + expiración 1h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93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Reenvío de código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14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Sistema Karma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3990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Karma inicial 50 pts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6642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+10 check-in, -15 ausencia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9293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Historial por usuario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Job automático 4h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14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Eventos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3990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Crear con Google Maps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6642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Buscar por cercanía (Haversine)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9293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Inscripción / Cancelación &lt;2h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21945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Gestión asistencia post-5min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4597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Eliminación + compensación karma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7180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4107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Push FCM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7588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Historial paginado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410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WebSocket STOMP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97180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97180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Infraestructura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34107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servicios en Railway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67588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CI/CD GitHub→Railway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9410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MySQL 4 bases de datos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42062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API Gateway JWT centralizado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971800"/>
            <a:ext cx="26517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97180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Android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4107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Login, Registro, Verificación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67588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Home, Karma, Eventos, Notificaciones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39410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Mapa interactivo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2062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Material Design 3 + animaciones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Pruebas — Railway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pruebas configurado para replicar fielmente el ambiente de producción: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06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(Pruebas)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22, MySQL Laragon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default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localhost:808X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06040" cy="2011680"/>
          </a:xfrm>
          <a:prstGeom prst="rect">
            <a:avLst/>
          </a:prstGeom>
          <a:solidFill>
            <a:srgbClr val="E8F5E9"/>
          </a:solidFill>
          <a:ln w="381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main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Railway detecta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Nixpacks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~3 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(Railway)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LTS, MySQL 9.4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prod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railway.app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Railway (por servicio)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SPRING_PROFILES_ACTIVE=prod  |  JWT_SECRET={secreto}  |  DATABASE_URL=jdbc:mysql://mysql.railway.internal:3306/pichangapp_{db}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MAIL_USERNAME / SENDGRID_API_KEY  |  KARMA_SERVICE_URL / NOTIFICATION_SERVICE_URL / EVENTS_SERVICE_URL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Autenticación con Verificación Email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2801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{nombre, correo, password}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148840"/>
            <a:ext cx="16459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19072" y="155448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64792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envía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6 dígitos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(expira en 5 min)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9232" y="2148840"/>
            <a:ext cx="16459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554480"/>
            <a:ext cx="12801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9544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/auth/verify-code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{email, code}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43984" y="2148840"/>
            <a:ext cx="16459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Activación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08576" y="155448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54296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enabled=true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limpiado en BD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88736" y="2148840"/>
            <a:ext cx="16459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53328" y="1554480"/>
            <a:ext cx="12801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99048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{correo, password}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33488" y="2148840"/>
            <a:ext cx="16459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097280"/>
            <a:ext cx="12801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JWT Token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155448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43800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exp: 1 hora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Restricciones de Seguridad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218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de 6 dígitos aleatorio, expira en exactamente 5 minutos  •  Si no verifica a tiempo, debe solicitar reenvío  •  Sin verificación no hay acceso al sistema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Sistema de Karma — Reglas de Negocio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Karma inicial: 50 pts   |   ✅ Check-in exitoso: +10 pts   |   ✅ Inasistencia: -15 pts   |   ✅ Validación organizador: ±5 pts   |   ✅ Karma mínimo: 0 pts (nunca negativo)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Ejecutadas — Resultados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50876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48256" y="960120"/>
            <a:ext cx="1508760" cy="100584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024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48256" y="1572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30752" y="960120"/>
            <a:ext cx="1508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024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572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13248" y="960120"/>
            <a:ext cx="1508760" cy="10058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024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13248" y="1572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95744" y="960120"/>
            <a:ext cx="150876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95744" y="1024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95744" y="1572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Críticos Resueltos: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84124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23160"/>
            <a:ext cx="8229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48716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80160" y="24871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Resuelto — notification-service: BEGIN_ARRAY vs BEGIN_OBJECT en respuesta paginada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926080"/>
            <a:ext cx="8229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900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0160" y="29900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Resuelto — events-service: 401 inter-servicios → JWT interno con JWT_SECRET compartido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29000"/>
            <a:ext cx="84124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29000"/>
            <a:ext cx="8229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9300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280160" y="34930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Resuelto — Google Maps color 'piel' → local.properties leído vía Properties.load() en Gradle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31920"/>
            <a:ext cx="8229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99592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80160" y="399592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Resuelto — SMTP bloqueado en Railway → Migración a SendGrid API HTTP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84124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434840"/>
            <a:ext cx="82296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4988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280160" y="44988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Resuelto — karma-service llamaba localhost en producción → URL externalizada a variable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 y Negocio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32004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Acceso sin JWT a endpoint protegido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401 Unauthorized desde API Gateway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JWT con firma incorrecta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401 — JwtProvider rechaza token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Participante marca asistencia (solo organizador)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403 Forbidden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Usuario elimina evento de otro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403 Forbidden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Contraseñas en texto plano en BD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✅ BCrypt — nunca texto plano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SEC-06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Secrets en código fuente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5E20"/>
                          </a:solidFill>
                        </a:rPr>
                        <a:t>✅ Variables de entorno Railway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Negocio Destacadas: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70332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PB-01: Registro → Email → Verificación → Login (flujo completo funcional)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97764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PB-05: Eliminar evento → karma +10 a cada inscrito + notificación FCM automática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25196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PB-06: Job automático: evento sin finalizar 4h después → penaliza inasistentes -15 pts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5262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PB-07: Cancelar participación &lt;2h del evento → 400 con mensaje en español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PB-08: Finalizar evento antes de 5 min del inicio → 400 con restricción temporal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 — App Android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demostración: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Registro + Verificación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 → Email con código 6 dígitos → Verificar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264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3591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→ Ver perfil con Karma inicial (50 pts)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7160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264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Crear Evento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3591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ubicación en mapa → DatePicker → Crear partido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5468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095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Buscar Eventos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marcadores → Lista ordenada por cercanía (km)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5468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5468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2095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Unirse a Evento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91840" y="4142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Unirse → Snackbar confirmación → Karma actualizado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154680"/>
            <a:ext cx="2606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154680"/>
            <a:ext cx="26060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20954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 Karma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26480" y="4142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Puntaje, categoría, barra de progreso e historial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060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96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MVP Funcional Completo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microservicios + app Android funcionando en Railway con CI/CD activo. Todos los RF críticos implementados.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060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96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Karma Automático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@Scheduled procesa eventos 4h después sin intervención manual. Sistema robusto y autónomo.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6060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96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Arquitectura Escalable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independientes permiten deployar y escalar cada servicio por separado según demanda.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2606040" cy="3200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16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Lección: Entorno Desde el Inicio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variables de entorno y perfiles desde el día 1 evita errores costosos al llegar a producción.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606040" cy="3200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16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Lección: SMTP en Railway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bloquea puertos SMTP. SendGrid API HTTP es la solución correcta para emails en PaaS.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06040" cy="3200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16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Lección: IA como Copiloto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con Claude/Gemini aceleró el desarrollo pero requiere supervisión para mantener coherencia.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 PichangApp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Deportiva Inteligente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— Preguntas y Respuestas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disponibles para consultas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Mora — Arquitecto / Programador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Salazar — Product Owner / Desarrollador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 — Duoc UC Plaza Norte — Grupo 11 | Sección 002V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https://pichangapp-microservicios-production.up.railway.app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PichangApp — Estado de Avance EP2</dc:title>
  <dc:subject>PptxGenJS Presentation</dc:subject>
  <dc:creator>Esteban Mora &amp; David Salazar</dc:creator>
  <cp:lastModifiedBy>Esteban Mora &amp; David Salazar</cp:lastModifiedBy>
  <cp:revision>1</cp:revision>
  <dcterms:created xsi:type="dcterms:W3CDTF">2026-05-19T20:21:56Z</dcterms:created>
  <dcterms:modified xsi:type="dcterms:W3CDTF">2026-05-19T20:21:56Z</dcterms:modified>
</cp:coreProperties>
</file>